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4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63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43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9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4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4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1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5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3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88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9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5F740-7F3B-4F2E-A327-2E62408EA44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7BC6D-344B-42CB-9A55-8F05D2F84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rcuit board with different colored labels&#10;&#10;AI-generated content may be incorrect.">
            <a:extLst>
              <a:ext uri="{FF2B5EF4-FFF2-40B4-BE49-F238E27FC236}">
                <a16:creationId xmlns:a16="http://schemas.microsoft.com/office/drawing/2014/main" id="{354D6F67-B0A6-AEB5-1AED-CAF3D6578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60" y="3429000"/>
            <a:ext cx="2729151" cy="3362704"/>
          </a:xfrm>
          <a:prstGeom prst="rect">
            <a:avLst/>
          </a:prstGeom>
        </p:spPr>
      </p:pic>
      <p:pic>
        <p:nvPicPr>
          <p:cNvPr id="7" name="Picture 6" descr="A circuit board with different colored labels&#10;&#10;AI-generated content may be incorrect.">
            <a:extLst>
              <a:ext uri="{FF2B5EF4-FFF2-40B4-BE49-F238E27FC236}">
                <a16:creationId xmlns:a16="http://schemas.microsoft.com/office/drawing/2014/main" id="{AD30F93A-F7AC-E556-884D-4C2A49A97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60" y="54865"/>
            <a:ext cx="2729151" cy="3362704"/>
          </a:xfrm>
          <a:prstGeom prst="rect">
            <a:avLst/>
          </a:prstGeom>
        </p:spPr>
      </p:pic>
      <p:pic>
        <p:nvPicPr>
          <p:cNvPr id="8" name="Picture 7" descr="A circuit board with different colored labels&#10;&#10;AI-generated content may be incorrect.">
            <a:extLst>
              <a:ext uri="{FF2B5EF4-FFF2-40B4-BE49-F238E27FC236}">
                <a16:creationId xmlns:a16="http://schemas.microsoft.com/office/drawing/2014/main" id="{C31E3B8E-FA4C-5372-4150-687CADC3C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104" y="3429000"/>
            <a:ext cx="2729151" cy="3362704"/>
          </a:xfrm>
          <a:prstGeom prst="rect">
            <a:avLst/>
          </a:prstGeom>
        </p:spPr>
      </p:pic>
      <p:pic>
        <p:nvPicPr>
          <p:cNvPr id="9" name="Picture 8" descr="A circuit board with different colored labels&#10;&#10;AI-generated content may be incorrect.">
            <a:extLst>
              <a:ext uri="{FF2B5EF4-FFF2-40B4-BE49-F238E27FC236}">
                <a16:creationId xmlns:a16="http://schemas.microsoft.com/office/drawing/2014/main" id="{926BA559-4D4D-112C-58A0-6BFE8302C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104" y="54865"/>
            <a:ext cx="2729151" cy="3362704"/>
          </a:xfrm>
          <a:prstGeom prst="rect">
            <a:avLst/>
          </a:prstGeom>
        </p:spPr>
      </p:pic>
      <p:pic>
        <p:nvPicPr>
          <p:cNvPr id="10" name="Picture 9" descr="A circuit board with different colored labels&#10;&#10;AI-generated content may be incorrect.">
            <a:extLst>
              <a:ext uri="{FF2B5EF4-FFF2-40B4-BE49-F238E27FC236}">
                <a16:creationId xmlns:a16="http://schemas.microsoft.com/office/drawing/2014/main" id="{FAC15C28-B906-0A49-78DE-D9929B871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184" y="3440431"/>
            <a:ext cx="2729151" cy="3362704"/>
          </a:xfrm>
          <a:prstGeom prst="rect">
            <a:avLst/>
          </a:prstGeom>
        </p:spPr>
      </p:pic>
      <p:pic>
        <p:nvPicPr>
          <p:cNvPr id="11" name="Picture 10" descr="A circuit board with different colored labels&#10;&#10;AI-generated content may be incorrect.">
            <a:extLst>
              <a:ext uri="{FF2B5EF4-FFF2-40B4-BE49-F238E27FC236}">
                <a16:creationId xmlns:a16="http://schemas.microsoft.com/office/drawing/2014/main" id="{22687553-C70B-90C5-901E-71570C70C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184" y="66296"/>
            <a:ext cx="2729151" cy="336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Moelling</dc:creator>
  <cp:lastModifiedBy>Scott Moelling</cp:lastModifiedBy>
  <cp:revision>1</cp:revision>
  <cp:lastPrinted>2025-11-19T01:33:19Z</cp:lastPrinted>
  <dcterms:created xsi:type="dcterms:W3CDTF">2025-11-19T01:27:14Z</dcterms:created>
  <dcterms:modified xsi:type="dcterms:W3CDTF">2025-11-19T01:33:45Z</dcterms:modified>
</cp:coreProperties>
</file>