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6858000" type="screen4x3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246DD4-6A80-4CBE-A507-2DF8F15255FB}" v="1" dt="2025-11-19T02:07:2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8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Moelling" userId="8f065c5aa27dcb67" providerId="LiveId" clId="{1B14A80F-02ED-4461-B6DA-FDA32938EDA1}"/>
    <pc:docChg chg="custSel modSld">
      <pc:chgData name="Scott Moelling" userId="8f065c5aa27dcb67" providerId="LiveId" clId="{1B14A80F-02ED-4461-B6DA-FDA32938EDA1}" dt="2025-11-19T02:07:52.968" v="42" actId="1035"/>
      <pc:docMkLst>
        <pc:docMk/>
      </pc:docMkLst>
      <pc:sldChg chg="addSp delSp modSp mod">
        <pc:chgData name="Scott Moelling" userId="8f065c5aa27dcb67" providerId="LiveId" clId="{1B14A80F-02ED-4461-B6DA-FDA32938EDA1}" dt="2025-11-19T02:07:52.968" v="42" actId="1035"/>
        <pc:sldMkLst>
          <pc:docMk/>
          <pc:sldMk cId="842401827" sldId="256"/>
        </pc:sldMkLst>
        <pc:picChg chg="add mod">
          <ac:chgData name="Scott Moelling" userId="8f065c5aa27dcb67" providerId="LiveId" clId="{1B14A80F-02ED-4461-B6DA-FDA32938EDA1}" dt="2025-11-19T02:07:52.968" v="42" actId="1035"/>
          <ac:picMkLst>
            <pc:docMk/>
            <pc:sldMk cId="842401827" sldId="256"/>
            <ac:picMk id="2" creationId="{1A4C7FE4-0FC4-907E-E9B9-6843B1B7D342}"/>
          </ac:picMkLst>
        </pc:picChg>
        <pc:picChg chg="add mod">
          <ac:chgData name="Scott Moelling" userId="8f065c5aa27dcb67" providerId="LiveId" clId="{1B14A80F-02ED-4461-B6DA-FDA32938EDA1}" dt="2025-11-19T02:07:52.968" v="42" actId="1035"/>
          <ac:picMkLst>
            <pc:docMk/>
            <pc:sldMk cId="842401827" sldId="256"/>
            <ac:picMk id="3" creationId="{F9472523-E2FC-7E04-347A-4C3176109911}"/>
          </ac:picMkLst>
        </pc:picChg>
        <pc:picChg chg="add mod">
          <ac:chgData name="Scott Moelling" userId="8f065c5aa27dcb67" providerId="LiveId" clId="{1B14A80F-02ED-4461-B6DA-FDA32938EDA1}" dt="2025-11-19T02:07:52.968" v="42" actId="1035"/>
          <ac:picMkLst>
            <pc:docMk/>
            <pc:sldMk cId="842401827" sldId="256"/>
            <ac:picMk id="4" creationId="{27AB4135-2AD1-D56E-2EBE-DFBA98DAB69A}"/>
          </ac:picMkLst>
        </pc:picChg>
        <pc:picChg chg="del">
          <ac:chgData name="Scott Moelling" userId="8f065c5aa27dcb67" providerId="LiveId" clId="{1B14A80F-02ED-4461-B6DA-FDA32938EDA1}" dt="2025-11-19T02:07:24.145" v="13" actId="478"/>
          <ac:picMkLst>
            <pc:docMk/>
            <pc:sldMk cId="842401827" sldId="256"/>
            <ac:picMk id="5" creationId="{354D6F67-B0A6-AEB5-1AED-CAF3D657822D}"/>
          </ac:picMkLst>
        </pc:picChg>
        <pc:picChg chg="mod">
          <ac:chgData name="Scott Moelling" userId="8f065c5aa27dcb67" providerId="LiveId" clId="{1B14A80F-02ED-4461-B6DA-FDA32938EDA1}" dt="2025-11-19T02:07:52.968" v="42" actId="1035"/>
          <ac:picMkLst>
            <pc:docMk/>
            <pc:sldMk cId="842401827" sldId="256"/>
            <ac:picMk id="7" creationId="{AD30F93A-F7AC-E556-884D-4C2A49A9771C}"/>
          </ac:picMkLst>
        </pc:picChg>
        <pc:picChg chg="del">
          <ac:chgData name="Scott Moelling" userId="8f065c5aa27dcb67" providerId="LiveId" clId="{1B14A80F-02ED-4461-B6DA-FDA32938EDA1}" dt="2025-11-19T02:07:24.145" v="13" actId="478"/>
          <ac:picMkLst>
            <pc:docMk/>
            <pc:sldMk cId="842401827" sldId="256"/>
            <ac:picMk id="8" creationId="{C31E3B8E-FA4C-5372-4150-687CADC3C302}"/>
          </ac:picMkLst>
        </pc:picChg>
        <pc:picChg chg="mod">
          <ac:chgData name="Scott Moelling" userId="8f065c5aa27dcb67" providerId="LiveId" clId="{1B14A80F-02ED-4461-B6DA-FDA32938EDA1}" dt="2025-11-19T02:07:52.968" v="42" actId="1035"/>
          <ac:picMkLst>
            <pc:docMk/>
            <pc:sldMk cId="842401827" sldId="256"/>
            <ac:picMk id="9" creationId="{926BA559-4D4D-112C-58A0-6BFE8302C797}"/>
          </ac:picMkLst>
        </pc:picChg>
        <pc:picChg chg="del">
          <ac:chgData name="Scott Moelling" userId="8f065c5aa27dcb67" providerId="LiveId" clId="{1B14A80F-02ED-4461-B6DA-FDA32938EDA1}" dt="2025-11-19T02:07:24.145" v="13" actId="478"/>
          <ac:picMkLst>
            <pc:docMk/>
            <pc:sldMk cId="842401827" sldId="256"/>
            <ac:picMk id="10" creationId="{FAC15C28-B906-0A49-78DE-D9929B8710CD}"/>
          </ac:picMkLst>
        </pc:picChg>
        <pc:picChg chg="mod">
          <ac:chgData name="Scott Moelling" userId="8f065c5aa27dcb67" providerId="LiveId" clId="{1B14A80F-02ED-4461-B6DA-FDA32938EDA1}" dt="2025-11-19T02:07:52.968" v="42" actId="1035"/>
          <ac:picMkLst>
            <pc:docMk/>
            <pc:sldMk cId="842401827" sldId="256"/>
            <ac:picMk id="11" creationId="{22687553-C70B-90C5-901E-71570C70C6E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586894-6741-4DA3-B695-141B0248010A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8275" y="1173163"/>
            <a:ext cx="4225925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E8532-4E63-49B3-960C-CBFFE6AE65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507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E8532-4E63-49B3-960C-CBFFE6AE65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4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348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63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043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91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847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447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16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55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33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88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391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D5F740-7F3B-4F2E-A327-2E62408EA44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7BC6D-344B-42CB-9A55-8F05D2F848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8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ircuit board with different colored labels&#10;&#10;AI-generated content may be incorrect.">
            <a:extLst>
              <a:ext uri="{FF2B5EF4-FFF2-40B4-BE49-F238E27FC236}">
                <a16:creationId xmlns:a16="http://schemas.microsoft.com/office/drawing/2014/main" id="{AD30F93A-F7AC-E556-884D-4C2A49A977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944" y="1"/>
            <a:ext cx="2729151" cy="3362704"/>
          </a:xfrm>
          <a:prstGeom prst="rect">
            <a:avLst/>
          </a:prstGeom>
        </p:spPr>
      </p:pic>
      <p:pic>
        <p:nvPicPr>
          <p:cNvPr id="9" name="Picture 8" descr="A circuit board with different colored labels&#10;&#10;AI-generated content may be incorrect.">
            <a:extLst>
              <a:ext uri="{FF2B5EF4-FFF2-40B4-BE49-F238E27FC236}">
                <a16:creationId xmlns:a16="http://schemas.microsoft.com/office/drawing/2014/main" id="{926BA559-4D4D-112C-58A0-6BFE8302C7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0356" y="1"/>
            <a:ext cx="2729151" cy="3362704"/>
          </a:xfrm>
          <a:prstGeom prst="rect">
            <a:avLst/>
          </a:prstGeom>
        </p:spPr>
      </p:pic>
      <p:pic>
        <p:nvPicPr>
          <p:cNvPr id="11" name="Picture 10" descr="A circuit board with different colored labels&#10;&#10;AI-generated content may be incorrect.">
            <a:extLst>
              <a:ext uri="{FF2B5EF4-FFF2-40B4-BE49-F238E27FC236}">
                <a16:creationId xmlns:a16="http://schemas.microsoft.com/office/drawing/2014/main" id="{22687553-C70B-90C5-901E-71570C70C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768" y="11432"/>
            <a:ext cx="2729151" cy="3362704"/>
          </a:xfrm>
          <a:prstGeom prst="rect">
            <a:avLst/>
          </a:prstGeom>
        </p:spPr>
      </p:pic>
      <p:pic>
        <p:nvPicPr>
          <p:cNvPr id="2" name="Picture 1" descr="A circuit board with different colored labels&#10;&#10;AI-generated content may be incorrect.">
            <a:extLst>
              <a:ext uri="{FF2B5EF4-FFF2-40B4-BE49-F238E27FC236}">
                <a16:creationId xmlns:a16="http://schemas.microsoft.com/office/drawing/2014/main" id="{1A4C7FE4-0FC4-907E-E9B9-6843B1B7D3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944" y="3389377"/>
            <a:ext cx="2729151" cy="3362704"/>
          </a:xfrm>
          <a:prstGeom prst="rect">
            <a:avLst/>
          </a:prstGeom>
        </p:spPr>
      </p:pic>
      <p:pic>
        <p:nvPicPr>
          <p:cNvPr id="3" name="Picture 2" descr="A circuit board with different colored labels&#10;&#10;AI-generated content may be incorrect.">
            <a:extLst>
              <a:ext uri="{FF2B5EF4-FFF2-40B4-BE49-F238E27FC236}">
                <a16:creationId xmlns:a16="http://schemas.microsoft.com/office/drawing/2014/main" id="{F9472523-E2FC-7E04-347A-4C31761099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0356" y="3389377"/>
            <a:ext cx="2729151" cy="3362704"/>
          </a:xfrm>
          <a:prstGeom prst="rect">
            <a:avLst/>
          </a:prstGeom>
        </p:spPr>
      </p:pic>
      <p:pic>
        <p:nvPicPr>
          <p:cNvPr id="4" name="Picture 3" descr="A circuit board with different colored labels&#10;&#10;AI-generated content may be incorrect.">
            <a:extLst>
              <a:ext uri="{FF2B5EF4-FFF2-40B4-BE49-F238E27FC236}">
                <a16:creationId xmlns:a16="http://schemas.microsoft.com/office/drawing/2014/main" id="{27AB4135-2AD1-D56E-2EBE-DFBA98DAB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768" y="3400808"/>
            <a:ext cx="2729151" cy="3362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01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1</Words>
  <Application>Microsoft Office PowerPoint</Application>
  <PresentationFormat>On-screen Show (4:3)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Moelling</dc:creator>
  <cp:lastModifiedBy>Scott Moelling</cp:lastModifiedBy>
  <cp:revision>1</cp:revision>
  <cp:lastPrinted>2025-11-19T01:33:19Z</cp:lastPrinted>
  <dcterms:created xsi:type="dcterms:W3CDTF">2025-11-19T01:27:14Z</dcterms:created>
  <dcterms:modified xsi:type="dcterms:W3CDTF">2025-11-19T02:08:01Z</dcterms:modified>
</cp:coreProperties>
</file>